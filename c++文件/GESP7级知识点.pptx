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348" y="-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GESP C++ 7级考试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80分以上必备知识点详解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2026年备考资料 | 含例题+代码实现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考试内容概览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一、高级数据结构（线段树、树状数组、并查集）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二、算法设计与优化（贪心、分治、回溯）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三、数论基础（素数、GCD、同余、欧拉函数）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四、组合数学（排列组合、容斥原理）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五、计算几何（向量、凸包、三角形）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六、字符串处理（KMP、哈希、Trie）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七、图论进阶（最短路、MST、拓扑排序）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八、动态规划专题（树形DP、状压DP、区间DP）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九、搜索优化（DFS、BFS、启发式搜索）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2000">
                <a:solidFill>
                  <a:srgbClr val="2C2C2C"/>
                </a:solidFill>
              </a:defRPr>
            </a:pPr>
            <a:r>
              <a:t>十、经典例题与代码实现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一、高级数据结构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线段树 | 树状数组 | 并查集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1.1 线段树 - 概念与原理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【基本概念】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线段树是一种二叉树结构，用于高效处理区间查询和修改操作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每个节点存储一个区间的信息，根节点表示整个区间[1, n]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时间复杂度：建树O(n)，单点修改O(log n)，区间查询O(log 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【节点定义】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struct Node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int l, r;           // 区间范围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int sum;            // 区间和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int maxn;           // 区间最大值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int minn;           // 区间最小值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 tr[4 * N];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【核心思想】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二分思想：将区间递归地分成左右两半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父节点信息由子节点合并得到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查询时：如果查询区间完全包含节点区间，直接返回；否则递归查询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1.1 线段树 - 建树操作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【建树代码】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build(int p, int l, int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tr[p].l = l, tr[p].r = r;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(l == r) {  // 叶子节点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tr[p].sum = a[l];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tr[p].maxn = a[l];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tr[p].minn = a[l];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return;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mid = (l + r) / 2;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build(p * 2, l, mid);      // 递归建左子树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build(p * 2 + 1, mid + 1, r);  // 递归建右子树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pushup(p);  // 用子节点更新父节点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pushup(int p)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tr[p].sum = tr[p * 2].sum + tr[p * 2 + 1].sum;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tr[p].maxn = max(tr[p * 2].maxn, tr[p * 2 + 1].maxn);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tr[p].minn = min(tr[p * 2].minn, tr[p * 2 + 1].minn);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【调用方式】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build(1, 1, n);  // 从根节点开始建树，区间为[1, 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1.1 线段树 - 单点修改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【单点修改代码】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modify(int p, int x, int v)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在位置x上增加v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(tr[p].l == tr[p].r) {  // 找到叶子节点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tr[p].sum += v;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tr[p].maxn += v;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tr[p].minn += v;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return;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mid = (tr[p].l + tr[p].r) / 2;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(x &lt;= mid) modify(p * 2, x, v);   // 递归左子树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else modify(p * 2 + 1, x, v);        // 递归右子树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pushup(p);  // 回溯时更新父节点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【调用方式】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modify(1, pos, val);  // 将位置pos的值增加val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【时间复杂度】O(log 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【空间复杂度】O(4n) - 通常需要4倍数组空间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1.1 线段树 - 区间查询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【区间查询代码】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query(int p, int l, int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查询区间[l, r]的和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(l &lt;= tr[p].l &amp;&amp; tr[p].r &lt;=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return tr[p].sum;  // 完全包含，直接返回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mid = (tr[p].l + tr[p].r) / 2;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sum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(l &lt;= mid) sum += query(p * 2, l, r);      // 查询左子树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(r &gt; mid) sum += query(p * 2 + 1, l, r);  // 查询右子树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sum;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【调用方式】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ans = query(1, L, R);  // 查询区间[L, R]的和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【查询最大值】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queryMax(int p, int l, int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(l &lt;= tr[p].l &amp;&amp; tr[p].r &lt;= r) return tr[p].maxn;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mid = (tr[p].l + tr[p].r) / 2;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res = -INF;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(l &lt;= mid) res = max(res, queryMax(p * 2, l, r));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(r &gt; mid) res = max(res, queryMax(p * 2 + 1, l, r));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res;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1.1 线段树 - 懒标记（区间修改优化）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【问题】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如果每次区间修改都递归到叶子节点，时间复杂度为O(n log n)，效率低。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【懒标记思想】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区间修改时，如果当前区间完全被修改区间包含，直接标记，不再向下递归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标记存储"这个区间的所有子树都需要加某个值"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查询时再"下放"标记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【懒标记数组】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int lazy[4 * N];  // lazy[p]表示节点p需要下放的值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【下放操作】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void pushdown(int p)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if (lazy[p]) {  // 有标记需要下放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int val = lazy[p];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// 左子树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lazy[p * 2] += val;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tr[p * 2].sum += val * (tr[p * 2].r - tr[p * 2].l + 1);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// 右子树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lazy[p * 2 + 1] += val;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tr[p * 2 + 1].sum += val * (tr[p * 2 + 1].r - tr[p * 2 + 1].l + 1);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lazy[p] = 0;  // 清空当前标记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1.1 线段树 - 区间修改完整代码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97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【</a:t>
            </a:r>
            <a:r>
              <a:rPr sz="900" dirty="0" err="1"/>
              <a:t>区间修改</a:t>
            </a:r>
            <a:r>
              <a:rPr sz="900" dirty="0"/>
              <a:t>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void </a:t>
            </a:r>
            <a:r>
              <a:rPr sz="900" dirty="0" err="1"/>
              <a:t>modifyRange</a:t>
            </a:r>
            <a:r>
              <a:rPr sz="900" dirty="0"/>
              <a:t>(int p, int l, int r, int v)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// </a:t>
            </a:r>
            <a:r>
              <a:rPr sz="900" dirty="0" err="1"/>
              <a:t>在区间</a:t>
            </a:r>
            <a:r>
              <a:rPr sz="900" dirty="0"/>
              <a:t>[l, r]</a:t>
            </a:r>
            <a:r>
              <a:rPr sz="900" dirty="0" err="1"/>
              <a:t>上增加v</a:t>
            </a:r>
            <a:endParaRPr sz="900" dirty="0"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if (l &lt;= tr[p].l &amp;&amp; tr[p].r &lt;=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lazy[p] += v;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tr[p].sum += v * (tr[p].r - tr[p].l + 1);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return;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pushdown(p);  // </a:t>
            </a:r>
            <a:r>
              <a:rPr sz="900" dirty="0" err="1"/>
              <a:t>下放标记</a:t>
            </a:r>
            <a:endParaRPr sz="900" dirty="0"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int mid = (tr[p].l + tr[p].r) / 2;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if (l &lt;= mid) </a:t>
            </a:r>
            <a:r>
              <a:rPr sz="900" dirty="0" err="1"/>
              <a:t>modifyRange</a:t>
            </a:r>
            <a:r>
              <a:rPr sz="900" dirty="0"/>
              <a:t>(p * 2, l, r, 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if (r &gt; mid) </a:t>
            </a:r>
            <a:r>
              <a:rPr sz="900" dirty="0" err="1"/>
              <a:t>modifyRange</a:t>
            </a:r>
            <a:r>
              <a:rPr sz="900" dirty="0"/>
              <a:t>(p * 2 + 1, l, r, 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pushup(p);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 sz="900" dirty="0"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【</a:t>
            </a:r>
            <a:r>
              <a:rPr sz="900" dirty="0" err="1"/>
              <a:t>带标记的查询</a:t>
            </a:r>
            <a:r>
              <a:rPr sz="900" dirty="0"/>
              <a:t>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int query(int p, int l, int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if (l &lt;= tr[p].l &amp;&amp; tr[p].r &lt;=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    return tr[p].sum;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pushdown(p);  // </a:t>
            </a:r>
            <a:r>
              <a:rPr sz="900" dirty="0" err="1"/>
              <a:t>下放标记</a:t>
            </a:r>
            <a:endParaRPr sz="900" dirty="0"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int mid = (tr[p].l + tr[p].r) / 2;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int sum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if (l &lt;= mid) sum += query(p * 2, l, r);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if (r &gt; mid) sum += query(p * 2 + 1, l, r);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    return sum;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rPr sz="900" dirty="0"/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1.1 线段树 - 经典例题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【例题1】A Simple Problem with Integers (POJ 3468)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题意：维护一个数列，支持：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1. 区间[l, r]加v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2. 查询区间[l, r]的和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解法：线段树 + 懒标记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复杂度：O(m log n)，m为操作次数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【例题2】最大数（GESP模拟）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题意：维护一个空序列，支持：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1. 插入一个数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2. 查询第k大的数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解法：动态开点线段树或权值线段树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扩展：可以用树状数组维护前缀和实现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【例题3】区间最值查询（RMQ）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题意：多次查询区间最大值/最小值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解法：线段树或ST表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优化：如果是静态数组，ST表预处理O(n log n)，查询O(1)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【练习建议】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从单点修改开始，熟练后再学习懒标记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重点：pushup和pushdown的时机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调试技巧：在递归过程中打印节点区间信息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1.2 树状数组（Binary Indexed Tree）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【基本概念】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树状数组是一种基于二进制的数据结构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主要用于：单点修改、前缀和查询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时间复杂度：O(log 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空间复杂度：O(n)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【核心操作】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lowbit(x) = x &amp; (-x)：取x的最低位1及其后面的0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例如：lowbit(6) = 6 &amp; (-6) = 2（二进制110 &amp; 010 = 010）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【数组定义】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int c[N];  // c[i]表示原数组a[i-lowbit(i)+1]到a[i]的和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【树状数组的结构】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c[1] = a[1]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c[2] = a[1] + a[2]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c[3] = a[3]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c[4] = a[1] + a[2] + a[3] + a[4]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c[5] = a[5]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c[6] = a[5] + a[6]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...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【优势】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代码比线段树短，常数更小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适合单点修改和前缀和查询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不适合区间修改（需要差分数组优化）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1.2 树状数组 - 代码实现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c[N];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a[N];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lowbit(int x)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x &amp; (-x);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【单点修改：位置x增加v】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add(int x, int v)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x; i &lt;= n; i += lowbit(i))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c[i] += v;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【查询前缀和：sum[1..x]】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sum(int x)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res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x; i &gt; 0; i -= lowbit(i))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res += c[i];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res;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【区间和查询：sum[l..r]】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query(int l, int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sum(r) - sum(l - 1);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【建树】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add(i, a[i]);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1.2 树状数组 - 进阶应用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【求逆序对数量】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题意：求序列中逆序对的数量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解法：从左到右遍历，统计比当前数大的数的个数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代码：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for (int i = n; i &gt;= 1; i--)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ans += sum(a[i] - 1);  // 统计前面比a[i]小的数的个数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add(a[i], 1);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【区间修改+单点查询】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使用差分数组：d[i] = a[i] - a[i-1]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区间[l, r]加v：d[l] += v, d[r+1] -= v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单点查询a[x]：sum(1, x)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【求第k小的数】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维护权值树状数组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二分查找：查找最小的x使得sum(x) &gt;= k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逆序对（GESP常见）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区间修改单点查询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求第k大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【代码量优势】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树状数组代码约30行，线段树约80行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考试时间紧张时，优先考虑树状数组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1.3 并查集（Union-Find）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【基本概念】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维护若干个不相交的集合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支持两个基本操作：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1. find(x)：查找x所在的集合（找到根节点）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2. union(x, y)：合并x和y所在的集合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【数组定义】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int fa[N];  // fa[i]表示i的父节点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【初始状态】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for (int i = 1; i &lt;= n; i++)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fa[i] = i;  // 每个元素是自己的父节点（自己是根）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【基本实现】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int find(int x)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if (fa[x] == x) return x;  // 找到根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return find(fa[x]);        // 递归查找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void union(int x, int y)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int fx = find(x), fy = find(y);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if (fx != fy)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fa[fx] = fy;  // 合并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【应用场景】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连通性判断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Kruskal算法求最小生成树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动态维护等价关系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1.3 并查集 - 路径压缩优化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【问题】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如果不优化，并查集会形成链状结构，find操作O(n)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【路径压缩思想】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查找时，将路径上所有节点直接连到根节点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下次查找时直接找到根，时间复杂度接近O(1)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【实现方式1：递归】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int find(int x)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if (fa[x] == x) return x;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return fa[x] = find(fa[x]);  // 路径压缩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【实现方式2：迭代】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int find(int x)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int root = x;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while (fa[root] != root) root = fa[root];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// 压缩路径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while (fa[x] != x)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int next = fa[x];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fa[x] = root;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x = next;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return root;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【时间复杂度】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不带优化：O(n)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仅路径压缩：O(log n) ~ O(α(n))，α(n)是反阿克曼函数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路径压缩+按秩合并：O(α(n))，几乎常数时间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1.3 并查集 - 按秩合并优化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【按秩合并思想】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将树高度小的合并到树高度大的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减少树的高度，加快查找速度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size[N];  // size[i]表示以i为根的集合大小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init()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fa[i] = i;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size[i]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union(int x, int y)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fx = find(x), fy = find(y);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(fx == fy) return;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小树合并到大树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(size[fx] &lt; size[fy])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fa[fx] = fy;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size[fy] += size[fx];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 else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fa[fy] = fx;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size[fx] += size[fy];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【完整代码（路径压缩+按秩合并）】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find(int x)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(fa[x] == x) return x;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fa[x] = find(fa[x]);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1.3 并查集 - 经典应用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【例题1：连通块数量】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题意：给定n个点m条边，求连通块数量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解法：初始n个连通块，每条边合并两个点，连通块-1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代码：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int cnt = n;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for (int i = 1; i &lt;= m; i++)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int x, y; cin &gt;&gt; x &gt;&gt; y;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if (find(x) != find(y))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  union(x, y);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  cnt--;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【例题2：Kruskal算法求MST】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题意：求最小生成树的权值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1. 将边按权值排序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2. 从小到大遍历，如果边的两端不在同一集合，则合并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3. 直到所有点连通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【例题3：敌人（GESP类型）】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题意：n个人，m条关系，x和y是朋友/敌人，求有多少对敌人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解法：并查集维护朋友关系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【例题4：食物链】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题意：3类动物，A吃B，B吃C，C吃A，判断矛盾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解法：带权并查集或种类并查集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【重点】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路径压缩和按秩合并必须至少使用一种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考试时优先写路径压缩，代码更短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二、算法设计与优化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贪心 | 分治 | 回溯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2.1 贪心算法 - 概念与证明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【基本概念】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每次选择局部最优解，希望达到全局最优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贪心选择性质：每一步的选择只依赖当前状态，不依赖未来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无后效性：一旦做出选择，就不能改变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【证明方法】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1. 反证法：假设贪心不是最优，导出矛盾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2. 交换论证法：将最优解的某步与贪心解交换，证明不劣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【经典问题】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活动选择：选择最多不重叠的活动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区间调度：贪心选择结束时间最早的活动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哈夫曼编码：构造最优前缀码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分数背包：物品可分割，按价值密度排序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【注意事项】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不是所有问题都能用贪心！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必须证明贪心策略的正确性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常见错误：想当然地认为贪心可行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【反例】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0-1背包问题：贪心按价值密度选择不一定最优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需要用动态规划求解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2.1 贪心算法 - 活动选择问题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【题意】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n个活动，每个活动有开始时间si和结束时间ei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选择尽可能多的不重叠活动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【贪心策略】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每次选择结束时间最早且与已选活动不冲突的活动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struct Activity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s, 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 a[N];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cmp(Activity x, Activity y)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x.e &lt; y.e;  // 按结束时间排序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greedy()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sort(a + 1, a + n + 1, cmp);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cnt = 0, last_end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(a[i].s &gt;= last_end)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cnt++;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last_end = a[i].e;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cnt;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【时间复杂度】O(n log n) - 排序复杂度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【证明思路】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假设最优解的第一个活动不是结束时间最早的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用结束时间最早的活动替换，不会减少活动数量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2.2 分治算法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【基本思想】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将问题分解为若干个子问题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递归解决子问题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合并子问题的解得到原问题的解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【分治三步骤】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1. 分解：将问题分解为规模较小的子问题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2. 解决：递归求解子问题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3. 合并：将子问题的解合并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【经典应用】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归并排序：O(n log n)，稳定排序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快速排序：O(n log n)平均，不稳定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二分查找：O(log n)，有序数组查找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矩阵乘法：Strassen算法O(n^2.81)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【时间复杂度分析】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主定理：T(n) = aT(n/b) + f(n)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例如：T(n) = 2T(n/2) + O(n) = O(n log 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例如：T(n) = 2T(n/2) + O(1) = O(n)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【代码模板】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void solve(int l, int r)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if (l == r) return;  // 边界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int mid = (l + r) / 2;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solve(l, mid);      // 分治左半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solve(mid + 1, r);  // 分治右半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merge(l, mid, r);   // 合并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2.3 回溯算法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【基本思想】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深度优先搜索 + 状态记录 + 回溯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当搜索到不满足条件的状态时，返回上一级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【回溯模板】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dfs(int step)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1. 判断是否找到解或边界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(step ==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// 记录或输出解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return;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2. 尝试所有可能的选项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0; i &lt; options.size();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// 选择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choose(option[i]);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// 递归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dfs(step + 1);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// 回溯（撤销选择）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undo(option[i]);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【剪枝技巧】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1. 可行性剪枝：不满足条件直接返回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2. 最优性剪枝：当前解已不如已知最优解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3. 重复性剪枝：跳过重复的状态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【经典问题】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N皇后问题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全排列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组合问题（组合数C(n,m)）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子集问题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2.3 回溯算法 - N皇后问题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【题意】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在n×n的棋盘上放置n个皇后，使得任意两个皇后不在同一行、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同一列、同一对角线上，求解的个数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【解法】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一行一行放置，每行选一个位置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用数组记录列、主对角线、副对角线是否被占用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col[N], diag1[2*N], diag2[2*N];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dfs(int row)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(row &gt;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ans++;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return;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(!col[i] &amp;&amp; !diag1[row+i] &amp;&amp; !diag2[row-i+n])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col[i] = diag1[row+i] = diag2[row-i+n]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dfs(row + 1);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col[i] = diag1[row+i] = diag2[row-i+n] =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【时间复杂度】O(n!)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【优化】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使用位运算加速（n ≤ 32时）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对称性优化：只计算一半的解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三、数论基础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素数 | GCD | 同余 | 欧拉函数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3.1 素数判定与筛法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【素数判定 - 试除法】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isPrime(int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(n &lt; 2) return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2; i *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(n % i == 0) return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时间复杂度：O(√n)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【埃氏筛法】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is_prime[N];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sieve()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memset(is_prime, true, sizeof(is_prime));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is_prime[1] =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2; i *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(is_prime[i])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for (int j = i * i; j &lt;= n; j += i)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is_prime[j] =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时间复杂度：O(n log log 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【欧拉筛（线性筛）】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primes[N], cnt;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is_prime[N];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euler_sieve(int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2;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(!is_prime[i]) primes[++cnt] = i;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j = 1; j &lt;= cnt &amp;&amp; i * primes[j] &lt;= n;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is_prime[i * primes[j]]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(i % primes[j] == 0) break;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时间复杂度：O(n)，每个合数只被筛一次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3.2 最大公约数与最小公倍数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【欧几里得算法（辗转相除法）】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gcd(int a, int b)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b == 0 ? a : gcd(b, a % b);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时间复杂度：O(log min(a,b))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【最小公倍数】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lcm(int a, int b)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 / gcd(a, b) * b;  // 先除后乘防止溢出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【性质】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gcd(a, b) × lcm(a, b) = a × b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gcd(a, b, c) = gcd(gcd(a, b), c)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gcd(a, 0) = a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【扩展欧几里得算法】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求解 ax + by = gcd(a, b) 的一组解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exgcd(int a, int b, int &amp;x, int &amp;y)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(b == 0)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x = 1, y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return a;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d = exgcd(b, a % b, y, x);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y -= a / b * x;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求解同余方程 ax ≡ b (mod 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求解不定方程 ax + by = 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3.3 同余运算与快速幂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【同余基本性质】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(a + b) mod m = (a mod m + b mod m) mod m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(a - b) mod m = (a mod m - b mod m + m) mod m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(a × b) mod m = (a mod m × b mod m) mod m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【快速幂 - O(log n)】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quickPow(long long a, long long b, long long mod)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long long ans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while (b &gt; 0)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(b &amp; 1) ans = ans * a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a = a * a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b &gt;&gt;=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计算大数的幂次取模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求逆元（费马小定理）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【费马小定理】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如果p是素数，a不是p的倍数，则：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a^(p-1) ≡ 1 (mod p)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【求逆元】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inv(long long a, long long p)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quickPow(a, p - 2, p);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适用于p为素数的情况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3.4 中国剩余定理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【问题】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求解同余方程组：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x ≡ a1 (mod m1)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x ≡ a2 (mod m2)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...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x ≡ an (mod mn)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其中mi两两互质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【中国剩余定理】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设 M = m1 × m2 × ... × mn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设 Mi = M / mi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设 yi 是 Mi × yi ≡ 1 (mod mi) 的解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则 x = Σ(ai × Mi × yi) (mod M)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【代码实现】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long long crt(long long a[], long long m[], int n)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long long M = 1, ans = 0;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for (int i = 1; i &lt;= n; i++) M *= m[i];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for (int i = 1; i &lt;= n; i++)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long long Mi = M / m[i];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long long yi = quickPow(Mi, m[i] - 2, m[i]);  // 求逆元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ans = (ans + a[i] * Mi % M * yi % M) % M;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return (ans + M) % M;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【应用】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大数运算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时间计算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数论证明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【注意】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如果mi不互质，需要用扩展中国剩余定理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可以用exgcd求解逆元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3.5 欧拉函数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φ(n)：小于n且与n互质的正整数个数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【公式】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φ(n) = n × Π(1 - 1/p)，p为n的所有质因数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【性质】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φ(1) =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如果p是素数，φ(p) = p - 1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如果n和m互质，φ(nm) = φ(n) × φ(m)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Σ φ(d) = n，d是n的所有正因数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【单点计算】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phi(int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ans = 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2; i *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(n % i == 0)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while (n % i == 0) n /= i;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ans = ans / i * (i - 1);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(n &gt; 1) ans = ans / n * (n - 1);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【线性筛求欧拉函数】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phi[N], primes[N], cnt;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euler_phi(int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phi[1]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2;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(!not_prime[i])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primes[++cnt] = i;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phi[i] = i - 1;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j = 1; j &lt;= cnt &amp;&amp; i * primes[j] &lt;= n;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not_prime[i * primes[j]]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(i % primes[j] == 0)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phi[i * primes[j]] = phi[i] * primes[j];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break;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phi[i * primes[j]] = phi[i] * (primes[j] - 1);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四、组合数学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排列组合 | 容斥原理 | 卡特兰数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4.1 排列与组合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【排列数】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A(n, m) = n! / (n - m)!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表示从n个元素中选m个排列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【组合数】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C(n, m) = n! / (m! × (n - m)!)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表示从n个元素中选m个组合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【性质】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C(n, m) = C(n, n - 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C(n, m) = C(n - 1, m) + C(n - 1, m - 1)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C(n, 0) = C(n, n) =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【递推求组合数（杨辉三角）】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C[N][N];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init(int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0;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C[i][0] = C[i][i]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j = 1; j &lt; i;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C[i][j] = C[i - 1][j] + C[i - 1][j - 1];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【预处理阶乘 + 逆元】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const int MOD = 1e9 + 7;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fac[N], inv_fac[N];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init(int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fac[0]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fac[i] = fac[i - 1] * i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inv_fac[n] = quickPow(fac[n], MOD - 2, MOD);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n - 1; i &gt;= 0; i--)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inv_fac[i] = inv_fac[i + 1] * (i + 1)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C(int n, int m)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(m &lt; 0 || m &gt; n) return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fac[n] * inv_fac[m] % MOD * inv_fac[n - m]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4.2 容斥原理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【基本公式】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|A ∪ B| = |A| + |B| - |A ∩ B|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【三集合】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|A ∪ B ∪ C| = |A| + |B| + |C|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      - |A ∩ B| - |A ∩ C| - |B ∩ C|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      + |A ∩ B ∩ C|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【一般形式】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|∪Ai| = Σ|Ai| - Σ|Ai ∩ Aj| + Σ|Ai ∩ Aj ∩ Ak| - ...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【例题：互质数对】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题意：给定n，求1到n中与n互质的数的个数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解法1：欧拉函数 φ(n)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解法2：容斥原理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设n的质因数为p1, p2, ..., pk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答案 = n - Σ(n/pi) + Σ(n/(pi×pj)) - ...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【代码实现】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int phi(int n)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int ans = n, temp = n;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for (int i = 2; i * i &lt;= temp; i++)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if (temp % i == 0) {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    while (temp % i == 0) temp /= i;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    ans = ans / i * (i - 1);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  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if (temp &gt; 1) ans = ans / temp * (temp - 1);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 return ans;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}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【应用】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计数问题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覆盖问题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数论问题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4.3 卡特兰数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C_n = (1/(n+1)) × C(2n, 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【前几项】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1, 1, 2, 5, 14, 42, 132, 429, 1430, ...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【应用场景】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合法的括号序列数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n个节点能构成的不同二叉树数量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n个数的出栈序列数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不穿过对角线的路径数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n边凸多边形的三角剖分数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【递推公式】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C_0 =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C_n = Σ(C_i × C_(n-1-i))，i从0到n-1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【递推求值】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cat[N];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init(int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cat[0]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j = 0; j &lt; i;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cat[i] += cat[j] * cat[i - 1 - j];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【公式求值】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cat(int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C(2 * n, n) * inv(n + 1)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【例题】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合法的括号序列：给定n对括号，求合法序列数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二叉树计数：n个节点能构成多少种不同的二叉树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出栈序列：1,2,...,n按顺序入栈，求合法的出栈序列数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五、计算几何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向量 | 凸包 | 三角形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5.1 点与向量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【结构体定义】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struct Point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double x, y;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Point(double x = 0, double y = 0) : x(x), y(y) {}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typedef Point Vector;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【向量运算】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Vector operator + (Vector a, Vector b)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Vector(a.x + b.x, a.y + b.y);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Vector operator - (Point a, Point b)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Vector(a.x - b.x, a.y - b.y);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Vector operator * (Vector a, double p)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Vector(a.x * p, a.y * p);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【点积（内积）】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double Dot(Vector a, Vector b)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a.x * b.x + a.y * b.y;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应用：判断垂直（点积为0）、求向量夹角、投影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【叉积（外积）】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double Cross(Vector a, Vector b)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a.x * b.y - a.y * b.x;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应用：判断转向（左转/右转）、求三角形面积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【向量长度】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double Length(Vector a)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sqrt(Dot(a, a));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【两向量夹角】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double Angle(Vector a, Vector b)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acos(Dot(a, b) / Length(a) / Length(b));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5.2 凸包 - Andrew算法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【凸包定义】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包含所有点的最小凸多边形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【Andrew算法（单调链法）】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O(n log 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思路：先按x排序，再求上凸包和下凸包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Point p[N];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hull[N], 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cmp(Point a, Point b)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a.x &lt; b.x || (a.x == b.x &amp;&amp; a.y &lt; b.y);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double Cross(Point a, Point b, Point c)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Cross(b - a, c - a);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convexHull()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sort(p + 1, p + n + 1, cmp);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m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下凸包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while (m &gt; 1 &amp;&amp; Cross(p[hull[m-1]], p[hull[m]], p[i]) &lt;= 0) m--;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hull[++m] = i;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k = 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上凸包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n - 1; i &gt;= 1; i--)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while (m &gt; k &amp;&amp; Cross(p[hull[m-1]], p[hull[m]], p[i]) &lt;= 0) m--;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hull[++m] = i;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m--;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求最远点对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求最小包围多边形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判断点是否在多边形内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5.3 三角形相关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【三角形面积（叉积）】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Area = |Cross(b - a, c - a)| / 2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其中a, b, c是三角形的三个顶点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【海伦公式】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s = (a + b + c) / 2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Area = √(s(s-a)(s-b)(s-c))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其中a, b, c是三角形的三边长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【点在三角形内判断】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方法1：面积法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计算△ABC的面积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计算△PAB + △PBC + △PCA的面积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如果两者相等，则P在△ABC内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方法2：重心坐标法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设P = αA + βB + γC，其中α+β+γ=1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如果α, β, γ都≥0，则P在△ABC内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【外接圆半径】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R = (a × b × c) / (4 × Area)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【内切圆半径】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r = (2 × Area) / (a + b + c)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【注意】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使用浮点数时注意精度问题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可以使用EPS判断：fabs(x - y) &lt; EPS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六、字符串处理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KMP | 哈希 | Trie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6.1 KMP算法 - 字符串匹配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在主串S中查找模式串P出现的位置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next数组预处理：O(m)，m为模式串长度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模式匹配：O(n + m)，n为主串长度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【next数组定义】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next[i]：P[1..i]的最长公共前后缀长度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即最大的k使得P[1..k] = P[i-k+1..i]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next[N];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char s[N], p[N];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getNext()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next[1]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j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2; i &lt;= m;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while (j &gt; 0 &amp;&amp; p[j + 1] != p[i]) j = next[j];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(p[j + 1] == p[i]) j++;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next[i] = j;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kmp()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j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while (j &gt; 0 &amp;&amp; p[j + 1] != s[i]) j = next[j];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(p[j + 1] == s[i]) j++;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(j == m)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// 找到匹配，位置为i - m + 1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printf("%d\n", i - m + 1);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j = next[j];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子串查找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字符串循环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最小循环节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6.2 字符串哈希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【基本思想】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将字符串映射为整数，支持O(1)比较子串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【哈希函数】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hash[i] = (hash[i-1] × base + s[i]) % mod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其中base是进制（通常131或137），mod是大质数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【预处理】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const int base = 131, mod = 1e9 + 7;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h[N], p[N];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init(char *s, 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p[0]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p[i] = p[i - 1] * base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h[i] = (h[i - 1] * base + s[i])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【获取子串哈希值】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s[l..r]的哈希值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getHash(int l, int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(h[r] - h[l - 1] * p[r - l + 1] % mod + mod) % mod;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【判断子串相等】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isEqual(int l1, int r1, int l2, int r2)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getHash(l1, r1) == getHash(l2, r2);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【优化】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双哈希：使用两个不同的mod，降低冲突概率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自然溢出：使用unsigned long long自动取模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快速判断字符串相等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最长公共子串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最长回文子串（配合二分）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6.3 Trie树（字典树）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【基本概念】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树形结构，每个节点存储一个字符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根到某个节点的路径表示一个字符串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用于字符串的快速插入和查找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【节点定义】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struct Trie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child[26];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cnt;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bool end;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 trie[N];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tot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【插入字符串】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insert(char *s)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p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0; s[i];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c = s[i] - 'a';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(!trie[p].child[c])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trie[p].child[c] = ++tot;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p = trie[p].child[c];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trie[p].cnt++;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trie[p].end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【查找字符串】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search(char *s)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p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0; s[i];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c = s[i] - 'a';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(!trie[p].child[c]) return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p = trie[p].child[c];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trie[p].end;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字符串统计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前缀匹配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自动补全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AC自动机的基础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七、图论进阶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最短路 | MST | 拓扑排序 | SCC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7.1 Dijkstra算法（堆优化）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求单源最短路径（无负权边）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普通：O(n²)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堆优化：O((n + m) log 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struct Edge {int to, w;};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vector&lt;Edge&gt; g[N];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dist[N];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vis[N];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dijkstra(int s)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memset(dist, 0x3f, sizeof(dist));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dist[s]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priority_queue&lt;pair&lt;long long,int&gt;,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   vector&lt;pair&lt;long long,int&gt;&gt;,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   greater&lt;pair&lt;long long,int&gt;&gt;&gt; pq;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pq.push({0, s});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while (!pq.empty())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u = pq.top().second;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pq.pop();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(vis[u]) continue;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vis[u]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(auto e : g[u])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int v = e.to, w = e.w;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(dist[v] &gt; dist[u] + w)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dist[v] = dist[u] + w;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pq.push({dist[v], v});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不能处理负权边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使用long long防止溢出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输入数据范围大时必须用堆优化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7.2 Floyd-Warshall算法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求所有点对之间的最短路径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【时间复杂度】O(n³)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long long dist[N][N];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floyd()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k = 1; k &lt;= n; k++)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for (int j = 1; j &lt;= n;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if (dist[i][j] &gt; dist[i][k] + dist[k][j])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    dist[i][j] = dist[i][k] + dist[k][j];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【初始化】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j = 1; j &lt;= n;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(i == j) dist[i][j]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else dist[i][j] = INF;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读入边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for (int i = 1; i &lt;= m;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u, v, w;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cin &gt;&gt; u &gt;&gt; v &gt;&gt; w;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dist[u][v] = min(dist[u][v], (long long)w);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多源最短路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传递闭包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最小环问题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n一般不超过500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使用long long防止溢出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7.3 最小生成树 - Kruskal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求连接所有点的最小权值边集合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【Kruskal算法】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思路：按边权排序，从小到大加边，用并查集判断连通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时间复杂度：O(m log 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struct Edge {int u, v, w;} e[N];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m, fa[N];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cmp(Edge a, Edge b) {return a.w &lt; b.w;}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find(int x)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fa[x] == x ? x : fa[x] = find(fa[x]);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kruskal()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sort(e + 1, e + m + 1, cmp);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fa[i] = i;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cnt = 0, ans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m;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fu = find(e[i].u), fv = find(e[i].v);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(fu != fv)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fa[fu] = fv;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ans += e[i].w;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cnt++;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(cnt == n - 1) break;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cnt == n - 1 ? ans : -1;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【Prim算法】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思路：从一个点开始，每次选最近的未访问点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时间复杂度：O(n²)或O(m log n)堆优化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网络设计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聚类分析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最小连通子图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7.4 拓扑排序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对DAG（有向无环图）进行线性排序，使得所有边从前往后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【Kahn算法（BFS实现）】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vector&lt;int&gt; g[N];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m, in[N], topo[N];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topologicalSort()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queue&lt;int&gt; q;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(in[i] == 0) q.push(i);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cnt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while (!q.empty())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u = q.front(); q.pop();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topo[++cnt] = u;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v : g[u])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(--in[v] == 0) q.push(v);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(cnt !=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// 有环，无法拓扑排序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cout &lt;&lt; "Circle exists!" &lt;&lt; endl;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任务调度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依赖关系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判断图中是否有环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只能用于DAG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如果有环，无法完成拓扑排序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可以检测环的存在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7.5 强连通分量 - Tarjan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【强连通分量】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有向图中，任意两点可以互相到达的极大子图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【Tarjan算法】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一次DFS即可求出所有SCC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时间复杂度：O(n + 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vector&lt;int&gt; g[N];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dfn[N], low[N], tot;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stack[N], top;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in_stack[N];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scc[N], scc_cnt;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tarjan(int u)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dfn[u] = low[u] = ++tot;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stack[++top] = u;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in_stack[u]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v : g[u])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(!dfn[v])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tarjan(v);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low[u] = min(low[u], low[v]);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 else if (in_stack[v])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low[u] = min(low[u], dfn[v]);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(dfn[u] == low[u])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scc_cnt++;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while (stack[top] != u)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scc[stack[top]] = scc_cnt;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in_stack[stack[top]] =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top--;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scc[u] = scc_cnt;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in_stack[u] =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top--;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缩点：将SCC缩成一个点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求解2-SAT问题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求最小点覆盖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八、动态规划专题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树形DP | 状压DP | 区间DP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8.1 树形DP - 树的直径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求树上任意两点间的最长距离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【树的直径性质】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直径的两个端点一定是某个叶节点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可以通过两次BFS/DFS找到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【树形DP解法】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dp[u]：从u向下延伸的最长路径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第二长路径更新答案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vector&lt;int&gt; g[N];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dfs(int u, int fa)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max1 = 0, max2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v : g[u])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(v == fa) continue;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d = dfs(v, u) + 1;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(d &gt; max1)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max2 = max1;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max1 = 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 else if (d &gt; max2)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max2 = 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ans = max(ans, max1 + max2);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max1;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// 调用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dfs(1, 0);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cout &lt;&lt; ans &lt;&lt; endl;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树的中心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树上最长路径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树的重心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8.2 状压DP - TSP问题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【TSP问题】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给定n个城市和距离矩阵，求经过所有城市并回到起点的最短路径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【状态定义】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dp[mask][i]：访问状态为mask，当前在i的最短路径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mask是二进制，第j位为1表示已访问城市j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【转移方程】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dp[mask | (1&lt;&lt;j)][j] = min(dp[mask | (1&lt;&lt;j)][j], dp[mask][i] + dist[i][j])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dist[N][N];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dp[1&lt;&lt;N][N];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tsp()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memset(dp, 0x3f, sizeof(dp));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0; i &lt; n; i++) dp[1&lt;&lt;i][i]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mask = 1; mask &lt; (1&lt;&lt;n); mask++)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i = 0; i &lt;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(!(mask &amp; (1&lt;&lt;i))) continue;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for (int j = 0; j &lt; n;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if (mask &amp; (1&lt;&lt;j)) continue;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int new_mask = mask | (1&lt;&lt;j);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dp[new_mask][j] = min(dp[new_mask][j],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                      dp[mask][i] + dist[i][j]);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ans = INF;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0; i &lt;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ans = min(ans, dp[(1&lt;&lt;n)-1][i] + dist[i][0]);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【时间复杂度】O(n² × 2^n)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【空间复杂度】O(n × 2^n)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【注意】n一般不超过20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8.3 区间DP - 石子合并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有n堆石子，每次合并相邻的两堆，代价为两堆石子数之和，求最小总代价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【状态定义】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dp[l][r]：合并区间[l, r]的最小代价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【转移方程】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dp[l][r] = min(dp[l][k] + dp[k+1][r] + sum[l..r])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a[N], sum[N], dp[N][N];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solve()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sum[i] = sum[i-1] + a[i];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len = 2; len &lt;= n; len++)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l = 1; l + len - 1 &lt;= n; l++)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int r = l + len - 1;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dp[l][r] = INF;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for (int k = l; k &lt; r; k++)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dp[l][r] = min(dp[l][r],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               dp[l][k] + dp[k+1][r] + sum[r] - sum[l-1]);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dp[1][n];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【时间复杂度】O(n³)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【空间复杂度】O(n²)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矩阵链乘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括号匹配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回文串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区间最值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8.4 数位DP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求[0, n]中满足某些条件的数的个数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【模板】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dp[pos][state][limit];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pos：当前处理到第几位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state：状态（如前面是否有前导零、是否已有某数字等）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limit：是否受上界限制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【记忆化搜索】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dfs(int pos, int state, bool limit)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(pos == 0) return 1;  // 找到一个合法的数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(!limit &amp;&amp; dp[pos][state] != -1) return dp[pos][state];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up = limit ? digit[pos] : 9;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ans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0; i &lt;= up;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ans += dfs(pos - 1, newState(state, i), limit &amp;&amp; i == up);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(!limit) dp[pos][state] =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solve(int 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len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while (n)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digit[++len] = n % 10;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n /= 10;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memset(dp, -1, sizeof(dp));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dfs(len, 0, true);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不降数：各位数字非递减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不重复数：各位数字互不相同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数位和、数位积相关问题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前导零的处理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limit标记的正确使用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九、搜索优化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DFS | BFS | 启发式搜索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9.1 深度优先搜索（DFS）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【递归模板】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vis[N];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g[N][N];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dfs(int u)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vis[u]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处理当前节点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v = 1; v &lt;= n; v++)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(g[u][v] &amp;&amp; !vis[v])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dfs(v);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回溯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vis[u] = false;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【迭代模板（使用栈）】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dfs_iterative(int start)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stack&lt;int&gt; stk;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stk.push(start);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while (!stk.empty())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u = stk.top(); stk.pop();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(vis[u]) continue;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vis[u]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// 处理当前节点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v = n; v &gt;= 1; v--)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(g[u][v] &amp;&amp; !vis[v])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stk.push(v);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连通性判断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迷宫问题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组合问题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拓扑排序（DFS实现）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【时间复杂度】O(V + E)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【空间复杂度】O(V + E)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9.2 广度优先搜索（BFS）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【BFS模板】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vis[N];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g[N][N];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bfs(int start)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queue&lt;int&gt; q;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q.push(start);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vis[start]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while (!q.empty())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u = q.front(); q.pop();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// 处理当前节点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v = 1; v &lt;= n; v++)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(g[u][v] &amp;&amp; !vis[v])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vis[v] =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q.push(v);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【求最短路】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dist[N];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bfs_shortest(int start)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memset(dist, -1, sizeof(dist));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queue&lt;int&gt; q;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q.push(start);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dist[start]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while (!q.empty())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u = q.front(); q.pop();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v = 1; v &lt;= n; v++)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(g[u][v] &amp;&amp; dist[v] == -1)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dist[v] = dist[u] + 1;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q.push(v);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最短路（边权为1）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层序遍历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迷宫最短路径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洪水填充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【时间复杂度】O(V + E)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【空间复杂度】O(V + E)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994C"/>
                </a:solidFill>
              </a:defRPr>
            </a:pPr>
            <a:r>
              <a:t>9.3 A*启发式搜索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【A*算法】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结合Dijkstra和贪心，使用估价函数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f(n) = g(n) + h(n)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• g(n)：从起点到n的实际代价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• h(n)：从n到终点的估计代价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【估价函数性质】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可接受性：h(n) ≤ 实际代价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一致性：h(n) ≤ cost(n, m) + h(m)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【八数码问题】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struct Node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a[3][3], x, y, g, h;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bool operator&lt;(const Node &amp;b) const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return g + h &gt; b.g + b.h;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f(Node s)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cnt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0; i &lt; 3;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j = 0; j &lt; 3;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(s.a[i][j] != 0) cnt++;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cnt;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priority_queue&lt;Node&gt; pq;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pq.push(start);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while (!pq.empty())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Node u = pq.top(); pq.pop();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if (u.g + u.h == 0) break;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扩展状态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路径规划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八数码问题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15数码问题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估价函数的设计至关重要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十、经典例题与代码实现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综合应用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例题1：最长公共子序列（LCS）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【题意】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给定两个字符串，求最长公共子序列的长度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【状态定义】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dp[i][j]：a[1..i]和b[1..j]的最长公共子序列长度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【转移方程】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if a[i] == b[j]: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dp[i][j] = dp[i-1][j-1] + 1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else: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dp[i][j] = max(dp[i-1][j], dp[i][j-1])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m;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char a[N], b[N];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dp[N][N];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lcs()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j = 1; j &lt;= m;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(a[i] == b[j])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dp[i][j] = dp[i-1][j-1] + 1;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 else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dp[i][j] = max(dp[i-1][j], dp[i][j-1]);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dp[n][m];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【时间复杂度】O(n × 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【空间复杂度】O(n × m)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【优化】可以用滚动数组优化到O(min(n,m))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例题2：0-1背包问题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【题意】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有n个物品，每个物品有重量w和价值v，背包容量为W，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求能装入的最大价值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【状态定义】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dp[j]：容量为j时的最大价值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【转移方程】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dp[j] = max(dp[j], dp[j-w[i]] + v[i])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【代码实现】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W;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w[N], v[N];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dp[N];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knapsack()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j = W; j &gt;= w[i]; j--)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dp[j] = max(dp[j], dp[j - w[i]] + v[i]);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dp[W];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【时间复杂度】O(n × W)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【空间复杂度】O(W)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必须倒序遍历，保证每个物品只用一次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完全背包问题正序遍历即可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【扩展】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完全背包：物品可用无限次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多重背包：物品可用有限次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二维费用背包：考虑重量和体积两个限制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例题3：最长递增子序列（LIS）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【题意】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给定一个序列，求最长的严格递增子序列的长度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【解法1：O(n²) DP】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a[N], dp[N];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lis()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ans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dp[i] =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j = 1; j &lt; i;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if (a[j] &lt; a[i])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    dp[i] = max(dp[i], dp[j] + 1);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ans = max(ans, dp[i]);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【解法2：O(n log n) 二分+贪心】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a[N];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vector&lt;int&gt; dp;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lis()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auto it = lower_bound(dp.begin(), dp.end(), a[i]);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(it == dp.end()) dp.push_back(a[i]);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else *it = a[i];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dp.size();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lower_bound：严格递增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upper_bound：非严格递增（可等于）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【扩展】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最长不下降子序列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求LIS的具体序列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例题4：区间最值查询（RMQ-ST表）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【题意】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给定一个静态数组，多次查询区间最大值/最小值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【ST表】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预处理：O(n log 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查询：O(1)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【状态定义】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st[i][j]：从i开始，长度为2^j的区间最值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【预处理】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n, a[N], st[N][20], log[N];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void init()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log[1] = 0;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2; i &lt;= n; i++) log[i] = log[i/2] + 1;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i = 1; i &lt;= n; i++) st[i][0] = a[i];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for (int j = 1; (1 &lt;&lt; j) &lt;= n; j++)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for (int i = 1; i + (1 &lt;&lt; j) - 1 &lt;= n; i++)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st[i][j] = max(st[i][j-1], st[i + (1 &lt;&lt; (j-1))][j-1]);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【查询】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query(int l, int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k = log[r - l + 1];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max(st[l][k], st[r - (1 &lt;&lt; k) + 1][k]);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【时间复杂度】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预处理：O(n log 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单次查询：O(1)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静态区间查询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LCA问题（离线）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仅适用于静态数组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不支持修改操作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66CC"/>
                </a:solidFill>
              </a:defRPr>
            </a:pPr>
            <a:r>
              <a:t>例题5：二分答案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7295" cy="530352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【基本思想】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当答案是单调的，可以用二分查找答案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将问题转化为：验证某个值是否可行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【模板】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bool check(int mid)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// 验证mid是否可行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true;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int binarySearch(int l, int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int ans = -1;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while (l &lt;= r)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int mid = (l + r) / 2;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if (check(mid))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ans = mid;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l = mid + 1;  // 或 r = mid - 1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 else {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    r = mid - 1;  // 或 l = mid + 1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    return ans;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}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【应用】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最小化最大值：二分答案，check函数判断能否≤mid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最大化最小值：二分答案，check函数判断能否≥mid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【例题：最小化最大值】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题意：分配任务，最小化最晚完成时间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check(mid)：判断能否在mid时间内完成所有任务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答案是最小的可行mid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endParaRPr/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【注意事项】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确保答案具有单调性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check函数必须正确且高效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defRPr sz="1400">
                <a:solidFill>
                  <a:srgbClr val="DCDCDC"/>
                </a:solidFill>
                <a:latin typeface="Consolas"/>
              </a:defRPr>
            </a:pPr>
            <a:r>
              <a:t>• 注意边界条件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9900"/>
                </a:solidFill>
              </a:defRPr>
            </a:pPr>
            <a:r>
              <a:t>备考策略与考试技巧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7295" cy="2743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【重点掌握】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1. 数据结构：线段树、树状数组、并查集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2. 动态规划：背包问题、LIS、LCS、树形DP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3. 图论：最短路、MST、拓扑排序、强连通分量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4. 数论：素数、GCD、同余、快速幂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【刷题策略】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按模块分类练习，每个知识点刷10-15题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从易到难，建立信心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总结模板，熟练背诵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定期复习，避免遗忘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【考试技巧】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1. 时间分配：先做简单题，再做中等题，最后难题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2. 代码风格：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• 变量命名清晰（用英文或拼音）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• 适当注释关键逻辑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• 缩进统一，代码整洁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3. 边界测试：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• 数组范围检查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• 特殊情况（n=0, n=1）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   • 最大最小值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【常见错误】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数组越界：检查索引范围，注意0-index和1-index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整数溢出：使用long long，注意乘法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时间超限：优化算法，检查复杂度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空间超限：减少数组大小，使用滚动数组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【心态调整】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保持冷静，仔细读题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遇到困难先跳过，回头再解决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相信自己，发挥正常水平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不纠结于一道题，时间有限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endParaRPr/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【最后建议】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考前一周不要再做难题，保持手感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背诵常用模板和数据结构代码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defRPr sz="1600">
                <a:solidFill>
                  <a:srgbClr val="2C2C2C"/>
                </a:solidFill>
              </a:defRPr>
            </a:pPr>
            <a:r>
              <a:t>• 保证充足睡眠，考试精神饱满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祝考试顺利！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坚持练习 · 深入理解 · 稳步提升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相信自己，你一定可以！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12096</Words>
  <Application>Microsoft Office PowerPoint</Application>
  <PresentationFormat>宽屏</PresentationFormat>
  <Paragraphs>1851</Paragraphs>
  <Slides>64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余思稳</dc:creator>
  <cp:keywords/>
  <dc:description>generated using python-pptx</dc:description>
  <cp:lastModifiedBy>思稳 余</cp:lastModifiedBy>
  <cp:revision>2</cp:revision>
  <dcterms:created xsi:type="dcterms:W3CDTF">2013-01-27T09:14:16Z</dcterms:created>
  <dcterms:modified xsi:type="dcterms:W3CDTF">2026-03-08T12:51:52Z</dcterms:modified>
  <cp:category/>
</cp:coreProperties>
</file>